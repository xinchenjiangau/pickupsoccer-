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3856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08659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3869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251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811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1BA588-1504-2A33-C3CE-381F1F845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36353C-F967-291E-8E93-997AA6F8A1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84EAE3-BADC-564A-A6E5-A541384E9AF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A1C513-5ED5-5684-E454-A0A9A638F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BA9D86C-FCF1-95F8-2E36-3BCD19211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E1975C-2293-B145-A247-3D2473EA91E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3965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2F1AA86-6520-78A9-4918-7D6B6EC4DC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84EAE3-BADC-564A-A6E5-A541384E9AF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4893C38-A7B8-D0E0-08B3-F138C0B87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23BD6B-645D-DBFD-746B-739067CE3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E1975C-2293-B145-A247-3D2473EA91E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5646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59D5C2-B885-AF9E-2351-F8F5BB2B6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33BD6-7672-94F8-7B2B-71B08096E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DC38A7-0200-8843-9E83-7A569C0B5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1209EA-94E8-71AF-01EC-F26490B34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84EAE3-BADC-564A-A6E5-A541384E9AF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D7B40F9-8917-C70A-0817-1BB63B910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113712-DC72-C8DA-1DC5-26C3EFF4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E1975C-2293-B145-A247-3D2473EA91E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3738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D927F1-13A8-9CAE-D7D4-82FA49493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181F63F-1E6F-3481-77DF-9E71124F94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B799EB-FBF6-1C44-F9D2-E082DDAB66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5A637D-16D0-E818-01B9-E4F76807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84EAE3-BADC-564A-A6E5-A541384E9AF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FD5EB4A-EDFE-7BE6-3572-5FD11350C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1916807-972A-5465-11D9-F8EAB03F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E1975C-2293-B145-A247-3D2473EA91E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08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A8825-EEDD-E3E6-B508-26DD81132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E1E1459-64B8-5808-C931-2D0CA665D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3883FA5-B53E-99BB-6135-2B56B1941F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84EAE3-BADC-564A-A6E5-A541384E9AF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B4CC4F-69B3-8E8C-FE0C-8A5849704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5C49C76-F61A-B4C8-E4D7-C7D034104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E1975C-2293-B145-A247-3D2473EA91E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5783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EBB2851-0E9F-3888-1977-4095BCBB5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69CE0F-B089-9B1E-01A5-14C3B393E5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82B558-4F31-E1FA-DA12-316A673E3B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284EAE3-BADC-564A-A6E5-A541384E9AF8}" type="datetimeFigureOut">
              <a:rPr kumimoji="1" lang="zh-CN" altLang="en-US" smtClean="0"/>
              <a:t>2026/1/5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17D3DD-9DF6-7BA8-82BC-210BA6061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20BF8B-9EAE-3C2C-D656-588081350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8E1975C-2293-B145-A247-3D2473EA91E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89372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8581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9E8F8ED-96C1-B6B1-70F9-98E708B9BAB6}"/>
              </a:ext>
            </a:extLst>
          </p:cNvPr>
          <p:cNvSpPr txBox="1"/>
          <p:nvPr/>
        </p:nvSpPr>
        <p:spPr>
          <a:xfrm>
            <a:off x="1681655" y="935421"/>
            <a:ext cx="918604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基于我现在的</a:t>
            </a:r>
            <a:r>
              <a:rPr kumimoji="1" lang="en-US" altLang="zh-CN" dirty="0"/>
              <a:t>app</a:t>
            </a:r>
            <a:r>
              <a:rPr kumimoji="1" lang="zh-CN" altLang="en-US" dirty="0"/>
              <a:t>增加一个新的功能：赛季数据管理功能。这是一个重要且意义深远的功能，请详细讨论升级方案再进行代码修改。以下是功能点需求，请结合并提出切实的修改计划。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通常赛季以时间单位为管理，如</a:t>
            </a:r>
            <a:r>
              <a:rPr kumimoji="1" lang="en-US" altLang="zh-CN" dirty="0"/>
              <a:t>2025</a:t>
            </a:r>
            <a:r>
              <a:rPr kumimoji="1" lang="zh-CN" altLang="en-US" dirty="0"/>
              <a:t>赛季；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/>
              <a:t>app</a:t>
            </a:r>
            <a:r>
              <a:rPr kumimoji="1" lang="zh-CN" altLang="en-US" dirty="0"/>
              <a:t>以前的比赛、球员都需要通过赛季进行管理，增加一个识别以前无赛季的数据，提示用户进行打包到相应的赛季；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用户可以新建赛季：输入赛季名称、选择时间范围、选择球员加入赛季；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用户可以管理赛季：增加删除球员、比赛；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数据排行版和其他数据统计均以赛季为显示结果，排行榜可以选择赛季显示；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创建比赛的“比赛”页面，可以选择不同赛季显示比赛列表，在当前赛季页面下创建的比赛属于所选赛季；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以后比赛、球员、数据统计都有赛季属性。</a:t>
            </a:r>
            <a:endParaRPr kumimoji="1"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dirty="0"/>
              <a:t>完全不影响原有数据结构和功能。</a:t>
            </a:r>
          </a:p>
        </p:txBody>
      </p:sp>
    </p:spTree>
    <p:extLst>
      <p:ext uri="{BB962C8B-B14F-4D97-AF65-F5344CB8AC3E}">
        <p14:creationId xmlns:p14="http://schemas.microsoft.com/office/powerpoint/2010/main" val="2493716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5010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197</Words>
  <Application>Microsoft Macintosh PowerPoint</Application>
  <PresentationFormat>宽屏</PresentationFormat>
  <Paragraphs>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4" baseType="lpstr"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 XC</dc:creator>
  <cp:lastModifiedBy>J XC</cp:lastModifiedBy>
  <cp:revision>1</cp:revision>
  <dcterms:created xsi:type="dcterms:W3CDTF">2026-01-05T00:51:23Z</dcterms:created>
  <dcterms:modified xsi:type="dcterms:W3CDTF">2026-01-05T01:03:13Z</dcterms:modified>
</cp:coreProperties>
</file>